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>
  <c:chart>
    <c:title/>
  </c:chart>
</c:chartSpace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Media chart source</a:t>
            </a:r>
          </a:p>
        </p:txBody>
      </p:sp>
    </p:spTree>
  </p:cSld>
</p:sld>
</file>