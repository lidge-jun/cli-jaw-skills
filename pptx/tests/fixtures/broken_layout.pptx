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/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99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GrpSpPr/>
        <p:nvPr/>
      </p:nvGrpSpPr>
      <p:grpSpPr/>
      <p:sp>
        <p:nvSpPr>
          <p:cNvPr id="1" name="TextBox 1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Slide referencing missing layout</a:t>
            </a:r>
          </a:p>
        </p:txBody>
      </p:sp>
    </p:spTree>
  </p:cSld>
</p:sld>
</file>