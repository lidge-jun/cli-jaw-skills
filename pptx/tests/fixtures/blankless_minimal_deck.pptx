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/>
  <p:sldIdLst>
    <p:sldId id="256" r:id="rId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_rels/slide1.xml.rels><?xml version="1.0" encoding="UTF-8" standalone="yes"?>
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0" name=""/>
        <p:cNvGrpSpPr/>
        <p:nvPr/>
      </p:nvGrpSpPr>
      <p:grpSpPr/>
      <p:sp>
        <p:nvSpPr>
          <p:cNvPr id="1" name="TextBox 1"/>
          <p:cNvSpPr txBox="1"/>
          <p:nvPr/>
        </p:nvSpPr>
        <p:spPr>
          <a:xfrm xmlns:a="http://schemas.openxmlformats.org/drawingml/2006/main">
            <a:off x="0" y="0"/>
            <a:ext cx="9144000" cy="1000000"/>
          </a:xfrm>
        </p:spPr>
        <p:txBody>
          <a:bodyPr xmlns:a="http://schemas.openxmlformats.org/drawingml/2006/main"/>
          <a:p xmlns:a="http://schemas.openxmlformats.org/drawingml/2006/main">
            <a:r>
              <a:t>Blankless minimal</a:t>
            </a:r>
          </a:p>
        </p:txBody>
      </p:sp>
    </p:spTree>
  </p:cSld>
</p:sld>
</file>