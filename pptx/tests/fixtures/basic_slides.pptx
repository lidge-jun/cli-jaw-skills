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/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Title Slide</a:t>
            </a:r>
          </a:p>
        </p:txBody>
      </p:sp>
      <p:sp>
        <p:nvSpPr>
          <p:cNvPr id="2" name="TextBox 2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Subtitle text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Second Slide</a:t>
            </a:r>
          </a:p>
        </p:txBody>
      </p:sp>
      <p:sp>
        <p:nvSpPr>
          <p:cNvPr id="2" name="TextBox 2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Content paragraph one</a:t>
            </a:r>
          </a:p>
        </p:txBody>
      </p:sp>
      <p:sp>
        <p:nvSpPr>
          <p:cNvPr id="3" name="TextBox 3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Content paragraph two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Third Slide</a:t>
            </a:r>
          </a:p>
        </p:txBody>
      </p:sp>
      <p:sp>
        <p:nvSpPr>
          <p:cNvPr id="2" name="TextBox 2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Final content</a:t>
            </a:r>
          </a:p>
        </p:txBody>
      </p:sp>
    </p:spTree>
  </p:cSld>
</p:sld>
</file>